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Technical Architecture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Patient Portal Platform Modernization</a:t>
            </a:r>
          </a:p>
          <a:p>
            <a:r>
              <a:t>Platform Engineering,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Monolithic patient portal application</a:t>
            </a:r>
          </a:p>
          <a:p>
            <a:r>
              <a:t>Single relational database</a:t>
            </a:r>
          </a:p>
          <a:p>
            <a:r>
              <a:t>Manual deployment process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State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Service-oriented API architecture</a:t>
            </a:r>
          </a:p>
          <a:p>
            <a:r>
              <a:t>Independently scalable services</a:t>
            </a:r>
          </a:p>
          <a:p>
            <a:r>
              <a:t>Automated CI/CD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Extract Identity Service</a:t>
            </a:r>
          </a:p>
          <a:p>
            <a:r>
              <a:t>Phase 2: Extract Scheduling Service</a:t>
            </a:r>
          </a:p>
          <a:p>
            <a:r>
              <a:t>Phase 3: Decommission legacy monolith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migration downtime window</a:t>
            </a:r>
          </a:p>
          <a:p>
            <a:r>
              <a:t>Third-party integration compatibility</a:t>
            </a:r>
          </a:p>
          <a:p>
            <a:r>
              <a:t>Team ramp-up on new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